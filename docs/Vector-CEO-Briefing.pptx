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| Executive briefing for I Am Better Than Me</dc:title>
  <dc:subject>CEO briefing after the IABTM hackathon.
Vector: agentic media curation built on the Me → I Am identity model.
</dc:subject>
  <dc:creator/>
  <cp:lastModifiedBy/>
  <cp:revision>1</cp:revision>
  <dcterms:created xsi:type="dcterms:W3CDTF">2026-08-04T09:56:48Z</dcterms:created>
  <dcterms:modified xsi:type="dcterms:W3CDTF">2026-08-04T09:56:48Z</dcterms:modified>
</cp:coreProperties>
</file>